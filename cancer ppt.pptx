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6" r:id="rId4"/>
    <p:sldId id="268" r:id="rId5"/>
    <p:sldId id="269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A6CC5-2D08-460F-B782-A0F5D956886E}" v="57" dt="2025-08-20T20:09:5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9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1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h vishwakarma" userId="18817e5c66f5e2b8" providerId="LiveId" clId="{408A6CC5-2D08-460F-B782-A0F5D956886E}"/>
    <pc:docChg chg="undo redo custSel addSld delSld modSld">
      <pc:chgData name="shreyash vishwakarma" userId="18817e5c66f5e2b8" providerId="LiveId" clId="{408A6CC5-2D08-460F-B782-A0F5D956886E}" dt="2025-08-20T20:10:32.690" v="80" actId="14100"/>
      <pc:docMkLst>
        <pc:docMk/>
      </pc:docMkLst>
      <pc:sldChg chg="modSp mod">
        <pc:chgData name="shreyash vishwakarma" userId="18817e5c66f5e2b8" providerId="LiveId" clId="{408A6CC5-2D08-460F-B782-A0F5D956886E}" dt="2025-08-20T20:04:02.004" v="1"/>
        <pc:sldMkLst>
          <pc:docMk/>
          <pc:sldMk cId="1478729324" sldId="257"/>
        </pc:sldMkLst>
        <pc:spChg chg="mod">
          <ac:chgData name="shreyash vishwakarma" userId="18817e5c66f5e2b8" providerId="LiveId" clId="{408A6CC5-2D08-460F-B782-A0F5D956886E}" dt="2025-08-20T20:04:02.004" v="1"/>
          <ac:spMkLst>
            <pc:docMk/>
            <pc:sldMk cId="1478729324" sldId="257"/>
            <ac:spMk id="330" creationId="{00000000-0000-0000-0000-000000000000}"/>
          </ac:spMkLst>
        </pc:spChg>
      </pc:sldChg>
      <pc:sldChg chg="modSp mod">
        <pc:chgData name="shreyash vishwakarma" userId="18817e5c66f5e2b8" providerId="LiveId" clId="{408A6CC5-2D08-460F-B782-A0F5D956886E}" dt="2025-08-20T20:04:38.234" v="3"/>
        <pc:sldMkLst>
          <pc:docMk/>
          <pc:sldMk cId="692051200" sldId="258"/>
        </pc:sldMkLst>
        <pc:spChg chg="mod">
          <ac:chgData name="shreyash vishwakarma" userId="18817e5c66f5e2b8" providerId="LiveId" clId="{408A6CC5-2D08-460F-B782-A0F5D956886E}" dt="2025-08-20T20:04:38.234" v="3"/>
          <ac:spMkLst>
            <pc:docMk/>
            <pc:sldMk cId="692051200" sldId="258"/>
            <ac:spMk id="342" creationId="{00000000-0000-0000-0000-000000000000}"/>
          </ac:spMkLst>
        </pc:spChg>
      </pc:sldChg>
      <pc:sldChg chg="del">
        <pc:chgData name="shreyash vishwakarma" userId="18817e5c66f5e2b8" providerId="LiveId" clId="{408A6CC5-2D08-460F-B782-A0F5D956886E}" dt="2025-08-20T20:08:53.065" v="51" actId="2696"/>
        <pc:sldMkLst>
          <pc:docMk/>
          <pc:sldMk cId="3499812199" sldId="259"/>
        </pc:sldMkLst>
      </pc:sldChg>
      <pc:sldChg chg="modSp mod">
        <pc:chgData name="shreyash vishwakarma" userId="18817e5c66f5e2b8" providerId="LiveId" clId="{408A6CC5-2D08-460F-B782-A0F5D956886E}" dt="2025-08-20T20:09:35.999" v="58"/>
        <pc:sldMkLst>
          <pc:docMk/>
          <pc:sldMk cId="3374026098" sldId="264"/>
        </pc:sldMkLst>
        <pc:spChg chg="mod">
          <ac:chgData name="shreyash vishwakarma" userId="18817e5c66f5e2b8" providerId="LiveId" clId="{408A6CC5-2D08-460F-B782-A0F5D956886E}" dt="2025-08-20T20:09:35.999" v="58"/>
          <ac:spMkLst>
            <pc:docMk/>
            <pc:sldMk cId="3374026098" sldId="264"/>
            <ac:spMk id="2" creationId="{CE8E279B-88A3-015C-D65D-B59E44963B61}"/>
          </ac:spMkLst>
        </pc:spChg>
      </pc:sldChg>
      <pc:sldChg chg="modSp mod">
        <pc:chgData name="shreyash vishwakarma" userId="18817e5c66f5e2b8" providerId="LiveId" clId="{408A6CC5-2D08-460F-B782-A0F5D956886E}" dt="2025-08-20T20:10:32.690" v="80" actId="14100"/>
        <pc:sldMkLst>
          <pc:docMk/>
          <pc:sldMk cId="2220828657" sldId="265"/>
        </pc:sldMkLst>
        <pc:spChg chg="mod">
          <ac:chgData name="shreyash vishwakarma" userId="18817e5c66f5e2b8" providerId="LiveId" clId="{408A6CC5-2D08-460F-B782-A0F5D956886E}" dt="2025-08-20T20:10:32.690" v="80" actId="14100"/>
          <ac:spMkLst>
            <pc:docMk/>
            <pc:sldMk cId="2220828657" sldId="265"/>
            <ac:spMk id="2" creationId="{3C6252E3-CFE8-6AD8-DE3B-9A9FB553501B}"/>
          </ac:spMkLst>
        </pc:spChg>
      </pc:sldChg>
      <pc:sldChg chg="delSp modSp mod">
        <pc:chgData name="shreyash vishwakarma" userId="18817e5c66f5e2b8" providerId="LiveId" clId="{408A6CC5-2D08-460F-B782-A0F5D956886E}" dt="2025-08-20T20:05:18.042" v="11" actId="478"/>
        <pc:sldMkLst>
          <pc:docMk/>
          <pc:sldMk cId="3078855624" sldId="266"/>
        </pc:sldMkLst>
        <pc:spChg chg="mod">
          <ac:chgData name="shreyash vishwakarma" userId="18817e5c66f5e2b8" providerId="LiveId" clId="{408A6CC5-2D08-460F-B782-A0F5D956886E}" dt="2025-08-20T20:05:14.846" v="8" actId="14100"/>
          <ac:spMkLst>
            <pc:docMk/>
            <pc:sldMk cId="3078855624" sldId="266"/>
            <ac:spMk id="5" creationId="{CA7E7E34-DB34-8A88-C2B7-60D2E88814AC}"/>
          </ac:spMkLst>
        </pc:spChg>
        <pc:picChg chg="del mod">
          <ac:chgData name="shreyash vishwakarma" userId="18817e5c66f5e2b8" providerId="LiveId" clId="{408A6CC5-2D08-460F-B782-A0F5D956886E}" dt="2025-08-20T20:05:18.042" v="11" actId="478"/>
          <ac:picMkLst>
            <pc:docMk/>
            <pc:sldMk cId="3078855624" sldId="266"/>
            <ac:picMk id="10" creationId="{9B068966-F333-6D72-D336-B43A9FFAF903}"/>
          </ac:picMkLst>
        </pc:picChg>
        <pc:picChg chg="del">
          <ac:chgData name="shreyash vishwakarma" userId="18817e5c66f5e2b8" providerId="LiveId" clId="{408A6CC5-2D08-460F-B782-A0F5D956886E}" dt="2025-08-20T20:05:17.548" v="9" actId="478"/>
          <ac:picMkLst>
            <pc:docMk/>
            <pc:sldMk cId="3078855624" sldId="266"/>
            <ac:picMk id="12" creationId="{6A2DBAAA-9D26-C1FB-681C-63F5D7548C4B}"/>
          </ac:picMkLst>
        </pc:picChg>
      </pc:sldChg>
      <pc:sldChg chg="del">
        <pc:chgData name="shreyash vishwakarma" userId="18817e5c66f5e2b8" providerId="LiveId" clId="{408A6CC5-2D08-460F-B782-A0F5D956886E}" dt="2025-08-20T20:08:50.774" v="50" actId="2696"/>
        <pc:sldMkLst>
          <pc:docMk/>
          <pc:sldMk cId="1421734149" sldId="267"/>
        </pc:sldMkLst>
      </pc:sldChg>
      <pc:sldChg chg="addSp delSp modSp add mod setBg">
        <pc:chgData name="shreyash vishwakarma" userId="18817e5c66f5e2b8" providerId="LiveId" clId="{408A6CC5-2D08-460F-B782-A0F5D956886E}" dt="2025-08-20T20:06:34.728" v="37" actId="26606"/>
        <pc:sldMkLst>
          <pc:docMk/>
          <pc:sldMk cId="9983999" sldId="268"/>
        </pc:sldMkLst>
        <pc:spChg chg="del mod">
          <ac:chgData name="shreyash vishwakarma" userId="18817e5c66f5e2b8" providerId="LiveId" clId="{408A6CC5-2D08-460F-B782-A0F5D956886E}" dt="2025-08-20T20:06:26.941" v="33" actId="22"/>
          <ac:spMkLst>
            <pc:docMk/>
            <pc:sldMk cId="9983999" sldId="268"/>
            <ac:spMk id="5" creationId="{61486982-EE01-10D7-E3F5-1E3F5D0A642C}"/>
          </ac:spMkLst>
        </pc:spChg>
        <pc:spChg chg="mod">
          <ac:chgData name="shreyash vishwakarma" userId="18817e5c66f5e2b8" providerId="LiveId" clId="{408A6CC5-2D08-460F-B782-A0F5D956886E}" dt="2025-08-20T20:06:34.728" v="37" actId="26606"/>
          <ac:spMkLst>
            <pc:docMk/>
            <pc:sldMk cId="9983999" sldId="268"/>
            <ac:spMk id="391" creationId="{E5EB05E4-0F36-C0A8-CF08-4164FE955E39}"/>
          </ac:spMkLst>
        </pc:spChg>
        <pc:spChg chg="mod">
          <ac:chgData name="shreyash vishwakarma" userId="18817e5c66f5e2b8" providerId="LiveId" clId="{408A6CC5-2D08-460F-B782-A0F5D956886E}" dt="2025-08-20T20:06:34.728" v="37" actId="26606"/>
          <ac:spMkLst>
            <pc:docMk/>
            <pc:sldMk cId="9983999" sldId="268"/>
            <ac:spMk id="393" creationId="{DB11F393-999E-A12D-EAB2-B47FE8A8ACE9}"/>
          </ac:spMkLst>
        </pc:spChg>
        <pc:spChg chg="add del">
          <ac:chgData name="shreyash vishwakarma" userId="18817e5c66f5e2b8" providerId="LiveId" clId="{408A6CC5-2D08-460F-B782-A0F5D956886E}" dt="2025-08-20T20:06:34.728" v="37" actId="26606"/>
          <ac:spMkLst>
            <pc:docMk/>
            <pc:sldMk cId="9983999" sldId="268"/>
            <ac:spMk id="400" creationId="{C59AB4C8-9178-4F7A-8404-6890510B5917}"/>
          </ac:spMkLst>
        </pc:spChg>
        <pc:spChg chg="add del">
          <ac:chgData name="shreyash vishwakarma" userId="18817e5c66f5e2b8" providerId="LiveId" clId="{408A6CC5-2D08-460F-B782-A0F5D956886E}" dt="2025-08-20T20:06:34.728" v="37" actId="26606"/>
          <ac:spMkLst>
            <pc:docMk/>
            <pc:sldMk cId="9983999" sldId="268"/>
            <ac:spMk id="402" creationId="{4CFDFB37-4BC7-42C6-915D-A6609139BFE7}"/>
          </ac:spMkLst>
        </pc:spChg>
        <pc:picChg chg="add mod ord">
          <ac:chgData name="shreyash vishwakarma" userId="18817e5c66f5e2b8" providerId="LiveId" clId="{408A6CC5-2D08-460F-B782-A0F5D956886E}" dt="2025-08-20T20:06:34.728" v="37" actId="26606"/>
          <ac:picMkLst>
            <pc:docMk/>
            <pc:sldMk cId="9983999" sldId="268"/>
            <ac:picMk id="3" creationId="{A4870229-C1E5-106D-6A5B-B5A70A23A337}"/>
          </ac:picMkLst>
        </pc:picChg>
      </pc:sldChg>
      <pc:sldChg chg="new del">
        <pc:chgData name="shreyash vishwakarma" userId="18817e5c66f5e2b8" providerId="LiveId" clId="{408A6CC5-2D08-460F-B782-A0F5D956886E}" dt="2025-08-20T20:05:41.780" v="13" actId="680"/>
        <pc:sldMkLst>
          <pc:docMk/>
          <pc:sldMk cId="1693910451" sldId="268"/>
        </pc:sldMkLst>
      </pc:sldChg>
      <pc:sldChg chg="addSp delSp modSp add mod">
        <pc:chgData name="shreyash vishwakarma" userId="18817e5c66f5e2b8" providerId="LiveId" clId="{408A6CC5-2D08-460F-B782-A0F5D956886E}" dt="2025-08-20T20:08:13.553" v="49" actId="1076"/>
        <pc:sldMkLst>
          <pc:docMk/>
          <pc:sldMk cId="3813737554" sldId="269"/>
        </pc:sldMkLst>
        <pc:spChg chg="add mod">
          <ac:chgData name="shreyash vishwakarma" userId="18817e5c66f5e2b8" providerId="LiveId" clId="{408A6CC5-2D08-460F-B782-A0F5D956886E}" dt="2025-08-20T20:08:13.553" v="49" actId="1076"/>
          <ac:spMkLst>
            <pc:docMk/>
            <pc:sldMk cId="3813737554" sldId="269"/>
            <ac:spMk id="4" creationId="{EFF763C0-6AA1-ED51-C092-408C0E6BEA9A}"/>
          </ac:spMkLst>
        </pc:spChg>
        <pc:spChg chg="mod">
          <ac:chgData name="shreyash vishwakarma" userId="18817e5c66f5e2b8" providerId="LiveId" clId="{408A6CC5-2D08-460F-B782-A0F5D956886E}" dt="2025-08-20T20:07:57.303" v="45"/>
          <ac:spMkLst>
            <pc:docMk/>
            <pc:sldMk cId="3813737554" sldId="269"/>
            <ac:spMk id="391" creationId="{C898C25A-5022-C00E-090B-D547FE365301}"/>
          </ac:spMkLst>
        </pc:spChg>
        <pc:picChg chg="del mod">
          <ac:chgData name="shreyash vishwakarma" userId="18817e5c66f5e2b8" providerId="LiveId" clId="{408A6CC5-2D08-460F-B782-A0F5D956886E}" dt="2025-08-20T20:08:00.540" v="46" actId="478"/>
          <ac:picMkLst>
            <pc:docMk/>
            <pc:sldMk cId="3813737554" sldId="269"/>
            <ac:picMk id="3" creationId="{90960D43-46D4-9D36-5F5D-A9759522E8C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B73ED-5A7F-49D9-8DE0-65F5ABD04C5E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6326A-A01E-48D9-9C79-95BB8A3B1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05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7223bd2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7223bd2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620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caee8303e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caee8303e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799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5367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3D1F6806-27E3-CEC1-463E-1368E8520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DEE881B7-6035-629C-66C3-2B9F2DCFA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2A605650-A150-7805-E5FA-AB42BD6AD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1389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6242C7E1-7DEF-E008-FDEF-231834BF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6873F0F9-4D18-E7AE-F239-7204DE3F4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45AF73FC-BC1C-36E6-54BC-A140DDB9F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4704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403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1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1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34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01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9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25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48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32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9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2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4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F6550-DC47-412E-A6BD-C043C18783D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79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/>
        </p:nvSpPr>
        <p:spPr>
          <a:xfrm>
            <a:off x="204200" y="2189608"/>
            <a:ext cx="11360800" cy="1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5333" b="1" dirty="0">
                <a:solidFill>
                  <a:srgbClr val="FF6A0E"/>
                </a:solidFill>
              </a:rPr>
              <a:t> Thyroid Cancer Recurrence Prediction</a:t>
            </a:r>
            <a:endParaRPr sz="5333" b="1" dirty="0">
              <a:solidFill>
                <a:srgbClr val="FF6A0E"/>
              </a:solidFill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>
              <a:buClr>
                <a:srgbClr val="000000"/>
              </a:buClr>
              <a:buSzPts val="1200"/>
            </a:pP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-1340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63B57-2B6C-4AEF-AA4E-F393A4E8B2DF}"/>
              </a:ext>
            </a:extLst>
          </p:cNvPr>
          <p:cNvSpPr txBox="1"/>
          <p:nvPr/>
        </p:nvSpPr>
        <p:spPr>
          <a:xfrm>
            <a:off x="8817037" y="4701938"/>
            <a:ext cx="3172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6A0E"/>
                </a:solidFill>
              </a:rPr>
              <a:t>BY </a:t>
            </a:r>
          </a:p>
          <a:p>
            <a:r>
              <a:rPr lang="en-US" sz="2400" b="1" dirty="0">
                <a:solidFill>
                  <a:srgbClr val="FF6A0E"/>
                </a:solidFill>
              </a:rPr>
              <a:t>Shreyash Vishwakarma</a:t>
            </a:r>
            <a:endParaRPr lang="en-IN" sz="2400" b="1" dirty="0">
              <a:solidFill>
                <a:srgbClr val="FF6A0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96" y="172324"/>
            <a:ext cx="848809" cy="73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2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>
            <a:spLocks noGrp="1"/>
          </p:cNvSpPr>
          <p:nvPr>
            <p:ph type="ctrTitle"/>
          </p:nvPr>
        </p:nvSpPr>
        <p:spPr>
          <a:xfrm>
            <a:off x="0" y="121920"/>
            <a:ext cx="12192000" cy="947680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217600" y="1069600"/>
            <a:ext cx="11719704" cy="5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Recurrence of thyroid cancer poses a major challenge for patient management.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objective of this project is to predict whether a patient is likely to have recurrence using historical and medical data.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helps doctors in early intervention and improved treatment planning.</a:t>
            </a:r>
          </a:p>
          <a:p>
            <a:pPr marL="135463" algn="just">
              <a:lnSpc>
                <a:spcPct val="150000"/>
              </a:lnSpc>
              <a:buClr>
                <a:srgbClr val="000000"/>
              </a:buClr>
              <a:buSzPts val="2000"/>
            </a:pPr>
            <a:endParaRPr sz="2667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14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5" name="Google Shape;345;p14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9205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title"/>
          </p:nvPr>
        </p:nvSpPr>
        <p:spPr>
          <a:xfrm>
            <a:off x="-13401" y="0"/>
            <a:ext cx="12218799" cy="1325563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the Data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7E7E34-DB34-8A88-C2B7-60D2E8881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600" y="1325562"/>
            <a:ext cx="8801140" cy="4711983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Dataset: Differentiated_Thyroid_Cancer_Recurrence.csv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include: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Demographics: Age, Gender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Medical history: Smoking, Radiotherapy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Clinical data: Thyroid Function, Adenopathy, Pathology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Staging: T, N, M, Stage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Target: Recurred (0 = No, 1 = Yes)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missing values found in the dataset.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7885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9A108E1E-85D7-2C76-5DC0-661F7F94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E5EB05E4-0F36-C0A8-CF08-4164FE955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3401" y="0"/>
            <a:ext cx="12218799" cy="1325563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Exploratory Data Analysis</a:t>
            </a:r>
            <a:endParaRPr lang="en-GB"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4870229-C1E5-106D-6A5B-B5A70A23A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1281" y="2285308"/>
            <a:ext cx="8053514" cy="2792210"/>
          </a:xfrm>
          <a:prstGeom prst="rect">
            <a:avLst/>
          </a:prstGeom>
        </p:spPr>
      </p:pic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DB11F393-999E-A12D-EAB2-B47FE8A8ACE9}"/>
              </a:ext>
            </a:extLst>
          </p:cNvPr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57B7CDD6-6D92-60E0-AE5D-E29772593254}"/>
              </a:ext>
            </a:extLst>
          </p:cNvPr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F1419B2C-2DC7-0CE5-E7EF-620B877BC61A}"/>
              </a:ext>
            </a:extLst>
          </p:cNvPr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98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D5EA8DF6-88DF-3CC7-BD38-4427DE9F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C898C25A-5022-C00E-090B-D547FE365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3401" y="0"/>
            <a:ext cx="12218799" cy="1325563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Used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5770534B-87CC-AC41-4D68-40E8869050D9}"/>
              </a:ext>
            </a:extLst>
          </p:cNvPr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2FD41D00-472C-5FC0-B131-C0D6EC3C2B25}"/>
              </a:ext>
            </a:extLst>
          </p:cNvPr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E48812C9-2423-92A8-EF53-A98971A572FE}"/>
              </a:ext>
            </a:extLst>
          </p:cNvPr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763C0-6AA1-ED51-C092-408C0E6B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00" y="1437318"/>
            <a:ext cx="10515600" cy="4351338"/>
          </a:xfrm>
        </p:spPr>
        <p:txBody>
          <a:bodyPr/>
          <a:lstStyle/>
          <a:p>
            <a:r>
              <a:rPr lang="en-US" dirty="0"/>
              <a:t>Trained and evaluated four models:</a:t>
            </a:r>
          </a:p>
          <a:p>
            <a:r>
              <a:rPr lang="en-US" dirty="0"/>
              <a:t>- Logistic Regression</a:t>
            </a:r>
          </a:p>
          <a:p>
            <a:r>
              <a:rPr lang="en-US" dirty="0"/>
              <a:t>- Decision Tree</a:t>
            </a:r>
          </a:p>
          <a:p>
            <a:r>
              <a:rPr lang="en-US" dirty="0"/>
              <a:t>- Random Forest</a:t>
            </a:r>
          </a:p>
          <a:p>
            <a:r>
              <a:rPr lang="en-US" dirty="0"/>
              <a:t>- K-Nearest Neighbors</a:t>
            </a:r>
          </a:p>
          <a:p>
            <a:endParaRPr lang="en-US" dirty="0"/>
          </a:p>
          <a:p>
            <a:r>
              <a:rPr lang="en-US" dirty="0"/>
              <a:t>Split dataset into 80% training and 20%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73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title"/>
          </p:nvPr>
        </p:nvSpPr>
        <p:spPr>
          <a:xfrm>
            <a:off x="-17576" y="18255"/>
            <a:ext cx="12209575" cy="1325563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8E279B-88A3-015C-D65D-B59E44963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577" y="1343818"/>
            <a:ext cx="12209575" cy="4833145"/>
          </a:xfrm>
        </p:spPr>
        <p:txBody>
          <a:bodyPr/>
          <a:lstStyle/>
          <a:p>
            <a:r>
              <a:rPr lang="en-US" dirty="0"/>
              <a:t>The Random Forest Classifier proved to be the most effective model for predicting thyroid cancer recurrence.</a:t>
            </a:r>
          </a:p>
          <a:p>
            <a:endParaRPr lang="en-US" dirty="0"/>
          </a:p>
          <a:p>
            <a:r>
              <a:rPr lang="en-US" dirty="0"/>
              <a:t>Key Insights:</a:t>
            </a:r>
          </a:p>
          <a:p>
            <a:r>
              <a:rPr lang="en-US" dirty="0"/>
              <a:t>- Achieved 98.7% accuracy</a:t>
            </a:r>
          </a:p>
          <a:p>
            <a:r>
              <a:rPr lang="en-US" dirty="0"/>
              <a:t>- Strong precision and recall for both classes</a:t>
            </a:r>
          </a:p>
          <a:p>
            <a:r>
              <a:rPr lang="en-US" dirty="0"/>
              <a:t>- Reliable for predicting minority class (recurred patients)</a:t>
            </a:r>
          </a:p>
          <a:p>
            <a:endParaRPr lang="en-US" dirty="0"/>
          </a:p>
          <a:p>
            <a:r>
              <a:rPr lang="en-US" dirty="0"/>
              <a:t>Helps doctors in clinical decision-making and preventive treatment</a:t>
            </a:r>
            <a:endParaRPr lang="en-IN" dirty="0"/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7402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title"/>
          </p:nvPr>
        </p:nvSpPr>
        <p:spPr>
          <a:xfrm>
            <a:off x="-13400" y="0"/>
            <a:ext cx="12218800" cy="1325563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Future Scope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6252E3-CFE8-6AD8-DE3B-9A9FB5535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0" y="2242159"/>
            <a:ext cx="11634932" cy="4483312"/>
          </a:xfrm>
        </p:spPr>
        <p:txBody>
          <a:bodyPr>
            <a:normAutofit/>
          </a:bodyPr>
          <a:lstStyle/>
          <a:p>
            <a:r>
              <a:rPr lang="en-US" dirty="0"/>
              <a:t> Deploy the model as a clinical decision support tool.</a:t>
            </a:r>
          </a:p>
          <a:p>
            <a:r>
              <a:rPr lang="en-US" dirty="0"/>
              <a:t> Apply hyperparameter tuning for further performance improvement.</a:t>
            </a:r>
          </a:p>
          <a:p>
            <a:r>
              <a:rPr lang="en-US" dirty="0"/>
              <a:t> Handle larger and more imbalanced datasets.</a:t>
            </a:r>
          </a:p>
          <a:p>
            <a:r>
              <a:rPr lang="en-US" dirty="0"/>
              <a:t> Explore deep learning methods for complex medical data.</a:t>
            </a:r>
          </a:p>
          <a:p>
            <a:r>
              <a:rPr lang="en-US" dirty="0"/>
              <a:t> Integrate with hospital management systems for real-time prediction.</a:t>
            </a:r>
          </a:p>
          <a:p>
            <a:endParaRPr lang="en-IN" dirty="0"/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2082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339</Words>
  <Application>Microsoft Office PowerPoint</Application>
  <PresentationFormat>Widescreen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Office Theme</vt:lpstr>
      <vt:lpstr>PowerPoint Presentation</vt:lpstr>
      <vt:lpstr>Problem Statement</vt:lpstr>
      <vt:lpstr>About the Data</vt:lpstr>
      <vt:lpstr>Exploratory Data Analysis</vt:lpstr>
      <vt:lpstr>Models Used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Zebion</dc:creator>
  <cp:lastModifiedBy>shreyash vishwakarma</cp:lastModifiedBy>
  <cp:revision>2</cp:revision>
  <dcterms:created xsi:type="dcterms:W3CDTF">2022-08-27T05:41:13Z</dcterms:created>
  <dcterms:modified xsi:type="dcterms:W3CDTF">2025-08-20T20:10:33Z</dcterms:modified>
</cp:coreProperties>
</file>